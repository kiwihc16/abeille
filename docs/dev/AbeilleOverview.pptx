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15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2A7A-D121-787C-7A9C-2F28AFDD5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729301-8BBA-8047-F831-B48A8B8DF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E9DA2-D342-1D49-0956-55FF2CF8F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3FA5-7E07-42FF-AB3C-56EE6FF21E87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61C0C-DD7E-0303-BA96-494D11E86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963C4-B5A6-AB9F-B9D5-1CF7BB6F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21CFB-C4E7-4D7E-B6DC-177828B285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3581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1586-0A11-27FF-62D3-06148E79F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412FF-742A-7FA9-CA8F-789483D5D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A9557-BB96-60CD-51B6-8B73EEE0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3FA5-7E07-42FF-AB3C-56EE6FF21E87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109E2-9897-E0FC-3353-872C7577B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5705E-5E25-A82D-F0CB-819DB87B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21CFB-C4E7-4D7E-B6DC-177828B285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27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143FD-D70C-BC79-2B74-5D0B4CBE7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9CE74-B7B1-DB3D-3A8C-A7F763391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DE7CF-6741-D178-6D3D-BA913AA54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3FA5-7E07-42FF-AB3C-56EE6FF21E87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556B1-0B48-D279-EF7D-31C962B2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60F05-F90A-9EC5-4F28-07EBAE660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21CFB-C4E7-4D7E-B6DC-177828B285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44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3FC5-FBB4-BE43-8644-14AC3A6F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A43E9-3F71-344E-8E21-C4163A779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984A2-A634-0BC2-C346-C0D824B82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20FFF-B771-A404-E822-26469224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3FA5-7E07-42FF-AB3C-56EE6FF21E87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36634-5865-A750-2067-3AE1D0E57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8FF6F-C53B-1EC8-27F0-C29F7481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21CFB-C4E7-4D7E-B6DC-177828B285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36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9D6A-2B5D-E69B-F1C3-CB90F356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AA32A-837B-4B62-270F-12FB104EC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99BCF-31E4-758B-FC05-57EBC14F0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D0B79C-E773-F7C4-813D-7DC6FE1775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9CDE97-2287-DEC2-D5AA-DEFC1D7F8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3FC3C-B347-CC4B-428D-8B0636C7F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3FA5-7E07-42FF-AB3C-56EE6FF21E87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78AB5-4B15-2CA2-1BDC-2CFA0B35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001B4-59ED-ABBA-CC2C-970BD17DD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21CFB-C4E7-4D7E-B6DC-177828B285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70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125E-D817-3477-894C-194F55E89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3785-DC51-4E74-3972-0F8D90A98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3FA5-7E07-42FF-AB3C-56EE6FF21E87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92644-00EB-049B-9841-A02E8DD84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242EE-C3FF-BA33-508C-84BEDAA2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21CFB-C4E7-4D7E-B6DC-177828B285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1088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B2ACB3-DB90-EAE0-2C13-9E8030A6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3FA5-7E07-42FF-AB3C-56EE6FF21E87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4C2DD-A967-927E-FF56-C346B05B6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93D02-EDFC-E548-A9A8-BC41FA7B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21CFB-C4E7-4D7E-B6DC-177828B285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0617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EA160-46C7-02F5-9899-0B3B3588F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30001-73BB-C06E-2B57-13E3A4939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0C92A-3830-1E14-44D1-73D0D0D99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E4810-E946-EC5C-3073-F0EF4A6A1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3FA5-7E07-42FF-AB3C-56EE6FF21E87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30F80-2B8B-3DD9-07CA-7DBAB7649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2859E-94D9-6AD3-08BD-88F86F6F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21CFB-C4E7-4D7E-B6DC-177828B285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241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DFB3C-C1BC-268F-109B-31447E348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B5CAC1-A2BA-D811-F030-3FD272D119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DEB98-282D-8AAD-5254-1450D11F2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A91DB-7588-EFD8-404E-274EA8FF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3FA5-7E07-42FF-AB3C-56EE6FF21E87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B17E9-6BFD-5AAA-2BA1-DDEE444DF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C4942-562E-BEF0-F124-F3DD0845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21CFB-C4E7-4D7E-B6DC-177828B285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1451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367C-53C1-8939-BA05-BFAEBB0FC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94CE3-510F-0338-CDFA-A1EF413EF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320DF-C572-570B-8901-AA9546D4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3FA5-7E07-42FF-AB3C-56EE6FF21E87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1D18A-86BA-317F-266C-49F395DF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DE9F5-B062-BF12-5F23-41F2228B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21CFB-C4E7-4D7E-B6DC-177828B285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4693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7A602-6FFD-40A8-A713-34C3BB5458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D74FC-9315-EB4E-53A8-E9AFB317C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13C49-7D66-7A8E-91F3-965BF18DC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3FA5-7E07-42FF-AB3C-56EE6FF21E87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EE44A-697C-DD79-2EE3-41D76C84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3128D-975E-0618-6C7A-F5BF569ED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21CFB-C4E7-4D7E-B6DC-177828B285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8527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CF72CF-D3CD-6E8A-E7BB-9D784AB6D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73D4D-E541-42B7-9B09-BA3EB0145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E8D4F-2574-987C-2897-3D278749D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13FA5-7E07-42FF-AB3C-56EE6FF21E87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FEB9B-5B18-9571-246E-E9351A8235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7791B-B60B-9C27-4A9B-3B94211FBE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21CFB-C4E7-4D7E-B6DC-177828B285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24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19200-27AF-322B-5F29-F74A2FA7AC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Abeille plugin</a:t>
            </a:r>
            <a:br>
              <a:rPr lang="fr-FR" dirty="0"/>
            </a:br>
            <a:r>
              <a:rPr lang="fr-FR" dirty="0" err="1"/>
              <a:t>overview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2CAA2-E482-0CCD-777D-3B66AEE6D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5934"/>
            <a:ext cx="9144000" cy="1011865"/>
          </a:xfrm>
        </p:spPr>
        <p:txBody>
          <a:bodyPr/>
          <a:lstStyle/>
          <a:p>
            <a:r>
              <a:rPr lang="fr-FR"/>
              <a:t>Tcharp38@laposte.net</a:t>
            </a:r>
            <a:endParaRPr lang="fr-FR" dirty="0"/>
          </a:p>
          <a:p>
            <a:r>
              <a:rPr lang="fr-FR" dirty="0"/>
              <a:t>Last update: </a:t>
            </a:r>
            <a:fld id="{97C6558E-CB47-4BAE-88F9-1DD6B61DA894}" type="datetime3">
              <a:rPr lang="en-US" smtClean="0"/>
              <a:t>6 November 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766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47E0D-F1B3-5E88-2EE7-E6D421AEF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11E9B-B412-0C0C-A744-F2B2C63F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Up to 6 </a:t>
            </a:r>
            <a:r>
              <a:rPr lang="fr-FR" dirty="0" err="1"/>
              <a:t>gateways</a:t>
            </a:r>
            <a:r>
              <a:rPr lang="fr-FR" dirty="0"/>
              <a:t> </a:t>
            </a:r>
            <a:r>
              <a:rPr lang="fr-FR" dirty="0" err="1"/>
              <a:t>supported</a:t>
            </a:r>
            <a:endParaRPr lang="fr-FR" dirty="0"/>
          </a:p>
          <a:p>
            <a:r>
              <a:rPr lang="fr-FR" dirty="0" err="1"/>
              <a:t>Currently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Zigate</a:t>
            </a:r>
            <a:r>
              <a:rPr lang="fr-FR" dirty="0"/>
              <a:t> type (USB, PI, DIN or WIFI)</a:t>
            </a:r>
          </a:p>
        </p:txBody>
      </p:sp>
    </p:spTree>
    <p:extLst>
      <p:ext uri="{BB962C8B-B14F-4D97-AF65-F5344CB8AC3E}">
        <p14:creationId xmlns:p14="http://schemas.microsoft.com/office/powerpoint/2010/main" val="186619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F4A2-036C-60C6-2787-52813A260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153"/>
            <a:ext cx="10515600" cy="747749"/>
          </a:xfrm>
        </p:spPr>
        <p:txBody>
          <a:bodyPr/>
          <a:lstStyle/>
          <a:p>
            <a:r>
              <a:rPr lang="fr-FR" dirty="0"/>
              <a:t>Daemons top 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view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example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82CEB-CA30-1FAC-FD1A-782F07118166}"/>
              </a:ext>
            </a:extLst>
          </p:cNvPr>
          <p:cNvSpPr txBox="1"/>
          <p:nvPr/>
        </p:nvSpPr>
        <p:spPr>
          <a:xfrm>
            <a:off x="5625755" y="3622981"/>
            <a:ext cx="1060795" cy="955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rmAutofit/>
          </a:bodyPr>
          <a:lstStyle/>
          <a:p>
            <a:r>
              <a:rPr lang="fr-FR" dirty="0" err="1"/>
              <a:t>ParserD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3C0A-96CE-6643-8454-37B5FE9541B2}"/>
              </a:ext>
            </a:extLst>
          </p:cNvPr>
          <p:cNvSpPr txBox="1"/>
          <p:nvPr/>
        </p:nvSpPr>
        <p:spPr>
          <a:xfrm>
            <a:off x="5724934" y="2279799"/>
            <a:ext cx="961615" cy="955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rmAutofit/>
          </a:bodyPr>
          <a:lstStyle/>
          <a:p>
            <a:r>
              <a:rPr lang="fr-FR" dirty="0" err="1"/>
              <a:t>CmdD</a:t>
            </a:r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CDD75-417A-8E83-21B2-FCBF2DC84BEB}"/>
              </a:ext>
            </a:extLst>
          </p:cNvPr>
          <p:cNvSpPr txBox="1"/>
          <p:nvPr/>
        </p:nvSpPr>
        <p:spPr>
          <a:xfrm>
            <a:off x="10452057" y="1114270"/>
            <a:ext cx="961615" cy="955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rmAutofit/>
          </a:bodyPr>
          <a:lstStyle/>
          <a:p>
            <a:r>
              <a:rPr lang="fr-FR" dirty="0" err="1"/>
              <a:t>Zigate</a:t>
            </a:r>
            <a:r>
              <a:rPr lang="fr-FR" dirty="0"/>
              <a:t>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B358C-3E58-76AD-F96C-7C9F4C69140D}"/>
              </a:ext>
            </a:extLst>
          </p:cNvPr>
          <p:cNvSpPr txBox="1"/>
          <p:nvPr/>
        </p:nvSpPr>
        <p:spPr>
          <a:xfrm>
            <a:off x="10452057" y="4770219"/>
            <a:ext cx="961615" cy="955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rmAutofit/>
          </a:bodyPr>
          <a:lstStyle/>
          <a:p>
            <a:r>
              <a:rPr lang="fr-FR" dirty="0" err="1"/>
              <a:t>Zigate</a:t>
            </a:r>
            <a:r>
              <a:rPr lang="fr-FR" dirty="0"/>
              <a:t> 6</a:t>
            </a:r>
          </a:p>
          <a:p>
            <a:r>
              <a:rPr lang="fr-FR" dirty="0"/>
              <a:t>(Wifi)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B78E3D-F124-3392-DF94-3E3D75B7502B}"/>
              </a:ext>
            </a:extLst>
          </p:cNvPr>
          <p:cNvSpPr txBox="1"/>
          <p:nvPr/>
        </p:nvSpPr>
        <p:spPr>
          <a:xfrm>
            <a:off x="7831731" y="5073246"/>
            <a:ext cx="1260433" cy="3742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rmAutofit/>
          </a:bodyPr>
          <a:lstStyle/>
          <a:p>
            <a:r>
              <a:rPr lang="fr-FR" dirty="0" err="1"/>
              <a:t>SerialRead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D4C0FB-C519-5390-EEEC-5A82302BEFAC}"/>
              </a:ext>
            </a:extLst>
          </p:cNvPr>
          <p:cNvSpPr txBox="1"/>
          <p:nvPr/>
        </p:nvSpPr>
        <p:spPr>
          <a:xfrm>
            <a:off x="9325484" y="4770219"/>
            <a:ext cx="806838" cy="955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rmAutofit/>
          </a:bodyPr>
          <a:lstStyle/>
          <a:p>
            <a:r>
              <a:rPr lang="fr-FR" dirty="0" err="1"/>
              <a:t>Socat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51546-2948-D43C-DAA8-C5B3B4D0DF24}"/>
              </a:ext>
            </a:extLst>
          </p:cNvPr>
          <p:cNvSpPr txBox="1"/>
          <p:nvPr/>
        </p:nvSpPr>
        <p:spPr>
          <a:xfrm>
            <a:off x="8044134" y="1413886"/>
            <a:ext cx="1281350" cy="3559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rmAutofit lnSpcReduction="10000"/>
          </a:bodyPr>
          <a:lstStyle/>
          <a:p>
            <a:r>
              <a:rPr lang="fr-FR" dirty="0" err="1"/>
              <a:t>SerialRead</a:t>
            </a:r>
            <a:endParaRPr lang="fr-FR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4F12EE-3816-301F-2A14-DB76D9FCC7E1}"/>
              </a:ext>
            </a:extLst>
          </p:cNvPr>
          <p:cNvCxnSpPr>
            <a:cxnSpLocks/>
            <a:stCxn id="6" idx="1"/>
            <a:endCxn id="10" idx="3"/>
          </p:cNvCxnSpPr>
          <p:nvPr/>
        </p:nvCxnSpPr>
        <p:spPr>
          <a:xfrm flipH="1">
            <a:off x="9325484" y="1591880"/>
            <a:ext cx="11265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6C1630A-8C5B-EAD7-A61D-159D9C71979E}"/>
              </a:ext>
            </a:extLst>
          </p:cNvPr>
          <p:cNvCxnSpPr>
            <a:cxnSpLocks/>
            <a:stCxn id="10" idx="1"/>
            <a:endCxn id="4" idx="3"/>
          </p:cNvCxnSpPr>
          <p:nvPr/>
        </p:nvCxnSpPr>
        <p:spPr>
          <a:xfrm flipH="1">
            <a:off x="6686550" y="1591880"/>
            <a:ext cx="1357584" cy="2508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D06C5E-D3DA-8725-3FDC-A14402DDD943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flipH="1">
            <a:off x="10132322" y="5247829"/>
            <a:ext cx="319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256A017-D023-0BD6-C3C7-2E66DC9E19BD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>
            <a:off x="9092164" y="5247829"/>
            <a:ext cx="233320" cy="1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2CD6F9-D41A-423C-F8C3-BC9ECD0D7DE7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>
          <a:xfrm flipH="1" flipV="1">
            <a:off x="6686550" y="4100591"/>
            <a:ext cx="1145181" cy="1159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3E09A0-395B-CF56-0A25-29863C55061E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6686549" y="1591880"/>
            <a:ext cx="3765508" cy="1165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5AAEC4-70E3-17A8-3EFD-486A8D4706CD}"/>
              </a:ext>
            </a:extLst>
          </p:cNvPr>
          <p:cNvCxnSpPr>
            <a:cxnSpLocks/>
            <a:stCxn id="5" idx="3"/>
            <a:endCxn id="9" idx="0"/>
          </p:cNvCxnSpPr>
          <p:nvPr/>
        </p:nvCxnSpPr>
        <p:spPr>
          <a:xfrm>
            <a:off x="6686549" y="2757409"/>
            <a:ext cx="3042354" cy="2012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FBD378-6FE4-6029-0731-9667104DA225}"/>
              </a:ext>
            </a:extLst>
          </p:cNvPr>
          <p:cNvCxnSpPr/>
          <p:nvPr/>
        </p:nvCxnSpPr>
        <p:spPr>
          <a:xfrm>
            <a:off x="10132322" y="4966163"/>
            <a:ext cx="2796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4061ED9-BDB9-652B-BE90-D02AFC5A2583}"/>
              </a:ext>
            </a:extLst>
          </p:cNvPr>
          <p:cNvSpPr txBox="1"/>
          <p:nvPr/>
        </p:nvSpPr>
        <p:spPr>
          <a:xfrm>
            <a:off x="2633767" y="2279799"/>
            <a:ext cx="1463619" cy="955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rmAutofit/>
          </a:bodyPr>
          <a:lstStyle/>
          <a:p>
            <a:r>
              <a:rPr lang="fr-FR" dirty="0" err="1"/>
              <a:t>Abeille.class</a:t>
            </a:r>
            <a:endParaRPr lang="fr-FR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881115-A718-A6D3-FB37-FFA9D606E91B}"/>
              </a:ext>
            </a:extLst>
          </p:cNvPr>
          <p:cNvCxnSpPr>
            <a:stCxn id="29" idx="3"/>
            <a:endCxn id="5" idx="1"/>
          </p:cNvCxnSpPr>
          <p:nvPr/>
        </p:nvCxnSpPr>
        <p:spPr>
          <a:xfrm>
            <a:off x="4097386" y="2757409"/>
            <a:ext cx="16275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FA12DCD-95E8-C1CE-019C-5B68D4633AD2}"/>
              </a:ext>
            </a:extLst>
          </p:cNvPr>
          <p:cNvSpPr txBox="1"/>
          <p:nvPr/>
        </p:nvSpPr>
        <p:spPr>
          <a:xfrm>
            <a:off x="3702525" y="3619057"/>
            <a:ext cx="961615" cy="955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rmAutofit/>
          </a:bodyPr>
          <a:lstStyle/>
          <a:p>
            <a:r>
              <a:rPr lang="fr-FR" dirty="0" err="1"/>
              <a:t>MainD</a:t>
            </a:r>
            <a:endParaRPr lang="fr-FR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D3F78D-FC67-1597-BA63-B46ABDC68F70}"/>
              </a:ext>
            </a:extLst>
          </p:cNvPr>
          <p:cNvCxnSpPr>
            <a:cxnSpLocks/>
            <a:stCxn id="4" idx="1"/>
            <a:endCxn id="34" idx="3"/>
          </p:cNvCxnSpPr>
          <p:nvPr/>
        </p:nvCxnSpPr>
        <p:spPr>
          <a:xfrm flipH="1" flipV="1">
            <a:off x="4664140" y="4096667"/>
            <a:ext cx="961615" cy="3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5407844-B09D-D426-D625-5A2AE311BBC6}"/>
              </a:ext>
            </a:extLst>
          </p:cNvPr>
          <p:cNvSpPr txBox="1"/>
          <p:nvPr/>
        </p:nvSpPr>
        <p:spPr>
          <a:xfrm>
            <a:off x="919713" y="2275875"/>
            <a:ext cx="1714054" cy="2206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rmAutofit/>
          </a:bodyPr>
          <a:lstStyle/>
          <a:p>
            <a:r>
              <a:rPr lang="fr-FR" dirty="0" err="1"/>
              <a:t>Jeedom</a:t>
            </a:r>
            <a:endParaRPr lang="fr-FR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E933D89-815C-3A60-4E6E-F482DCF04A2C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2646999" y="4096667"/>
            <a:ext cx="10555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8CB2B43-6234-4311-4157-8027DD857E45}"/>
              </a:ext>
            </a:extLst>
          </p:cNvPr>
          <p:cNvSpPr txBox="1"/>
          <p:nvPr/>
        </p:nvSpPr>
        <p:spPr>
          <a:xfrm>
            <a:off x="10452057" y="2148858"/>
            <a:ext cx="961615" cy="955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rmAutofit/>
          </a:bodyPr>
          <a:lstStyle/>
          <a:p>
            <a:r>
              <a:rPr lang="fr-FR" dirty="0" err="1"/>
              <a:t>Zigate</a:t>
            </a:r>
            <a:r>
              <a:rPr lang="fr-FR" dirty="0"/>
              <a:t> 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DC9F08-1626-2926-985A-AE303AEA50EE}"/>
              </a:ext>
            </a:extLst>
          </p:cNvPr>
          <p:cNvSpPr txBox="1"/>
          <p:nvPr/>
        </p:nvSpPr>
        <p:spPr>
          <a:xfrm rot="5400000">
            <a:off x="10341873" y="3713316"/>
            <a:ext cx="135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000378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8FBFF-C83D-7FD2-C4B4-E2EE081D8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6EF66-8B49-E91C-F17E-D260DF838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MainD</a:t>
            </a:r>
            <a:br>
              <a:rPr lang="fr-FR" dirty="0"/>
            </a:b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equipment</a:t>
            </a:r>
            <a:r>
              <a:rPr lang="fr-FR" dirty="0"/>
              <a:t> infos and update </a:t>
            </a:r>
            <a:r>
              <a:rPr lang="fr-FR" dirty="0" err="1"/>
              <a:t>Jeedom</a:t>
            </a:r>
            <a:r>
              <a:rPr lang="fr-FR" dirty="0"/>
              <a:t> DB if </a:t>
            </a:r>
            <a:r>
              <a:rPr lang="fr-FR" dirty="0" err="1"/>
              <a:t>required</a:t>
            </a:r>
            <a:endParaRPr lang="fr-FR" dirty="0"/>
          </a:p>
          <a:p>
            <a:r>
              <a:rPr lang="fr-FR" dirty="0" err="1"/>
              <a:t>AbeilleSerialRead</a:t>
            </a:r>
            <a:br>
              <a:rPr lang="fr-FR" dirty="0"/>
            </a:br>
            <a:r>
              <a:rPr lang="fr-FR" dirty="0" err="1"/>
              <a:t>Get</a:t>
            </a:r>
            <a:r>
              <a:rPr lang="fr-FR" dirty="0"/>
              <a:t> messages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Zigate</a:t>
            </a:r>
            <a:r>
              <a:rPr lang="fr-FR" dirty="0"/>
              <a:t> and </a:t>
            </a:r>
            <a:r>
              <a:rPr lang="fr-FR" dirty="0" err="1"/>
              <a:t>convert</a:t>
            </a:r>
            <a:r>
              <a:rPr lang="fr-FR" dirty="0"/>
              <a:t> frame to msg</a:t>
            </a:r>
          </a:p>
          <a:p>
            <a:r>
              <a:rPr lang="fr-FR" dirty="0" err="1"/>
              <a:t>Socat</a:t>
            </a:r>
            <a:br>
              <a:rPr lang="fr-FR" dirty="0"/>
            </a:br>
            <a:r>
              <a:rPr lang="fr-FR" dirty="0" err="1"/>
              <a:t>Connect</a:t>
            </a:r>
            <a:r>
              <a:rPr lang="fr-FR" dirty="0"/>
              <a:t> a port to an IP </a:t>
            </a:r>
            <a:r>
              <a:rPr lang="fr-FR" dirty="0" err="1"/>
              <a:t>address</a:t>
            </a:r>
            <a:r>
              <a:rPr lang="fr-FR" dirty="0"/>
              <a:t> (Wifi or not). </a:t>
            </a:r>
            <a:r>
              <a:rPr lang="fr-FR" dirty="0" err="1"/>
              <a:t>Required</a:t>
            </a:r>
            <a:r>
              <a:rPr lang="fr-FR" dirty="0"/>
              <a:t> for all « Wifi </a:t>
            </a:r>
            <a:r>
              <a:rPr lang="fr-FR" dirty="0" err="1"/>
              <a:t>zigates</a:t>
            </a:r>
            <a:r>
              <a:rPr lang="fr-FR" dirty="0"/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3788203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100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Abeille plugin overview</vt:lpstr>
      <vt:lpstr>PowerPoint Presentation</vt:lpstr>
      <vt:lpstr>Daemons top level view with example</vt:lpstr>
      <vt:lpstr>PowerPoint Presentation</vt:lpstr>
    </vt:vector>
  </TitlesOfParts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Abeille plugin overview</dc:title>
  <dc:creator>Fabrice CHARPENTIER</dc:creator>
  <cp:lastModifiedBy>Fabrice CHARPENTIER</cp:lastModifiedBy>
  <cp:revision>7</cp:revision>
  <dcterms:created xsi:type="dcterms:W3CDTF">2025-07-07T12:08:49Z</dcterms:created>
  <dcterms:modified xsi:type="dcterms:W3CDTF">2025-11-06T12:05:03Z</dcterms:modified>
</cp:coreProperties>
</file>